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Analytics Platform with AI-Powered Chatbot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3749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749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NestJS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3749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3749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 Server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3749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749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OpenAI GPT-4o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37490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749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Recharts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Architecture Overview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8928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 cards + 6 interactive Recharts visualizations covering status, categories, business units, trends, providers and scores.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32588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087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Chatbot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0600" y="18928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OpenAI GPT-4o → T-SQL → SQL Server → results table with CSV download, in one seamless flow.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10896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918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REST API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36758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analytics endpoints + trainings CRUD + chatbot endpoint. TypeORM on SQL Server with query filtering and indexing.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108960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918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9512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Safety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00600" y="36758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enforcement, dangerous keyword blocklist, read-only DB user, CORS, environment-based secrets.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83464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PRESENTATION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Recharts  ·  Lucide Icons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 ·  Charts  ·  AI Chatbot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8346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API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  ·  TypeScript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Trainings / Chatbot modules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25880"/>
            <a:ext cx="28346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AI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T-SQL → Validate → Execute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67004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267004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46120" y="420624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4206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dbo.Trainings (5000+ records)  ·  6 Indexes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9776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 ·  React + Recharts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Component Tree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 (index.tsx)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Dashboard  (pages/)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KpiCards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StatusDonutChart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CategoryBarChart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EnrollmentTrendChart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BusinessUnitChart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ProviderPieChart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ScoreRadarChart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TopTrainingsTable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Chatbot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325880"/>
            <a:ext cx="4389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services/api.ts  (Axios)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fetchKpis / fetchStatusBreakdown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fetchCategoryBreakdown / fetchEnrollmentTrend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fetchTopTrainings / fetchProviderBreakdown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sendChatQuery  →  POST /api/chatbot/query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315468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</a:rPr>
              <a:t>Key Design Decisions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React proxy → /api/* forwards to :3001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All state in component useState (no Redux)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4169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CSS-in-JS inline styles for portability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425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Recharts ResponsiveContainer for fluid layout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4681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• CSV export via Blob + URL.createObjectURL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 ·  NestJS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8346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TrainingsModule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Endpoints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/api/trainings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/api/trainings/filter-options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3337560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429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entity + filtered queries + distinct value lookups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298448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98448"/>
            <a:ext cx="283464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AnalyticsModule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Endpoints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/api/analytics/kpis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0712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/api/analytics/status-breakdown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0712" y="2633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/api/analytics/category-breakdown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0712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...7 more endpoints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10712" y="3337560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429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aggregate SQL queries powering all dashboard charts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298448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298448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ChatbotModule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Endpoints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/api/chatbot/query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82512" y="3337560"/>
            <a:ext cx="2468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4290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→ validate → mssql execute → return rows + SQL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Shared: ConfigModule (global env vars)  ·  ValidationPipe (class-validator DTOs)  ·  CORS guard  ·  Global /api prefix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CHATBOT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 ·  End-to-End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35024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" y="1755648"/>
            <a:ext cx="0" cy="2103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41248" y="1298448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353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User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Natural language question typed in chatbot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47672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" y="2368296"/>
            <a:ext cx="0" cy="2103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41248" y="1911096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Schema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671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Table schema + column descriptions injected into system 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" y="2980944"/>
            <a:ext cx="0" cy="2103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1248" y="2523744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2578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0F172A"/>
                </a:solidFill>
              </a:rPr>
              <a:t>GPT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77977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OpenAI generates a T-SQL SELECT query (temp=0)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72968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" y="3593592"/>
            <a:ext cx="0" cy="2103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41248" y="3136392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3191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Safety 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39242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SELECT-only check + keyword blocklist enforced server-side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" y="4206240"/>
            <a:ext cx="0" cy="2103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41248" y="3749040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5840" y="3803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SQL Execution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0050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mssql runs query on dbo.Trainings in SQL Server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398264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1248" y="4361688"/>
            <a:ext cx="802843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5840" y="4416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Results + CSV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61772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Rows rendered in table, SQL shown on toggle, CSV download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·  SQL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5120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dbo.Trainings  — Column Reference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4937760" cy="29718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8288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·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EmployeeId/Name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INT/NVARCHAR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BusinessUnit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HR, Tech, Sales…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UK, UAE, India…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Compliance, AI…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IsMandatory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1=Mandatory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Completed/Overdue…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DueDate / CompletionDate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/ finish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TrainingProvider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Coursera, Udemy…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577840" y="1298448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Performance Indexes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755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IX_Status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0720" y="1993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IX_BusinessUnit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0" y="22311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IX_Country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60720" y="2468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IX_TrainingCategory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60720" y="27066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IX_EmployeeId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60720" y="29443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IX_EnrollmentDate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127248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</a:rPr>
              <a:t>Data Import Options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584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SSMS Import Wizard (Excel → Table)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60720" y="3858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BCP bulk copy utility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60720" y="4133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SSIS package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760720" y="44074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• TypeORM synchronize:true (dev only)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 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48132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8 KPI Cards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Completion Rate · Completed · In Progress · Not Started · Overdue · Avg Score · Total Hours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48132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Status Donut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7488" y="16459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PieChart inner radius — Completed / In Progress / Not Started / Overdue breakdown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" y="241401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Category Bar Chart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578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Completed enrollments per training category. Grouped bar with legend.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31136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82896" y="241401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322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Enrollment Trend 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25786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enrollments and completions over time. Dual-line chart spanning full width.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" y="334670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Business Unit Chart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5112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stacked bar: Completed + Overdue per business unit for quick risk spotting.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163824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82896" y="334670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255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Provider Pie + Radar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5112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distribution pie + average assessment score radar by training category.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" y="427939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Top 10 Trainings 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4439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table: enrollment count, completion %, avg score with inline progress bars.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096512"/>
            <a:ext cx="4251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82896" y="427939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Chatbot + CSV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44439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query → GPT-4o → SQL → results table → one-click CSV download with all rows.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Every layer, library and rationale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321040" cy="268224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53035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React 18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Component model, hooks, fast builds via CRA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366F1"/>
                          </a:solidFill>
                        </a:rPr>
                        <a:t>Charts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Recharts 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Declarative, SVG-based, responsive, composable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18CF8"/>
                          </a:solidFill>
                        </a:rPr>
                        <a:t>Icons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Lucide React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Consistent, tree-shakeable icon library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E9"/>
                          </a:solidFill>
                        </a:rPr>
                        <a:t>HTTP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Axios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Interceptors, base URL config, consistent error 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NestJS 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DI, modules, decorators, TypeScript-first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ORM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TypeORM + mssql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SQL Server driver, QueryBuilder, entity mapping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AI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OpenAI GPT-4o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Best SQL generation quality, low temperature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 Server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Enterprise-grade, existing data, T-SQL dialects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Config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@nestjs/config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Environment variable management, global module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class-validator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DTO validation, type safety on all endpoints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833</Words>
  <Application>Microsoft Office PowerPoint</Application>
  <PresentationFormat>On-screen Show (16:9)</PresentationFormat>
  <Paragraphs>214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Dashboard – HLD</dc:title>
  <dc:subject>PptxGenJS Presentation</dc:subject>
  <dc:creator>Architecture Team</dc:creator>
  <cp:lastModifiedBy>Admin</cp:lastModifiedBy>
  <cp:revision>2</cp:revision>
  <dcterms:created xsi:type="dcterms:W3CDTF">2026-06-16T00:05:06Z</dcterms:created>
  <dcterms:modified xsi:type="dcterms:W3CDTF">2026-06-16T00:12:59Z</dcterms:modified>
</cp:coreProperties>
</file>